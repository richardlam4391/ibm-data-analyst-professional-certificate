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2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x="12192000" cy="6858000"/>
  <p:notesSz cx="9601200" cy="7315200"/>
  <p:custDataLst>
    <p:tags r:id="rId2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007D79"/>
    <a:srgbClr val="D02670"/>
    <a:srgbClr val="231F20"/>
    <a:srgbClr val="33B1FF"/>
    <a:srgbClr val="262626"/>
    <a:srgbClr val="525252"/>
    <a:srgbClr val="BE95FF"/>
    <a:srgbClr val="FFFF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499C98-24D7-F143-A613-D070042B8C1A}" v="3" dt="2026-06-06T03:55:02.383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30" autoAdjust="0"/>
    <p:restoredTop sz="91507" autoAdjust="0"/>
  </p:normalViewPr>
  <p:slideViewPr>
    <p:cSldViewPr snapToGrid="0">
      <p:cViewPr varScale="1">
        <p:scale>
          <a:sx n="97" d="100"/>
          <a:sy n="97" d="100"/>
        </p:scale>
        <p:origin x="192" y="600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ard Lam" userId="8767ac5fea7c8a93" providerId="LiveId" clId="{15E64987-CBD7-5AE7-B736-2793F33F0B17}"/>
    <pc:docChg chg="undo custSel addSld delSld modSld">
      <pc:chgData name="Richard Lam" userId="8767ac5fea7c8a93" providerId="LiveId" clId="{15E64987-CBD7-5AE7-B736-2793F33F0B17}" dt="2026-06-06T04:02:25.843" v="161" actId="14100"/>
      <pc:docMkLst>
        <pc:docMk/>
      </pc:docMkLst>
      <pc:sldChg chg="addSp delSp modSp mod">
        <pc:chgData name="Richard Lam" userId="8767ac5fea7c8a93" providerId="LiveId" clId="{15E64987-CBD7-5AE7-B736-2793F33F0B17}" dt="2026-06-06T03:49:20.879" v="62" actId="14100"/>
        <pc:sldMkLst>
          <pc:docMk/>
          <pc:sldMk cId="3684467408" sldId="262"/>
        </pc:sldMkLst>
        <pc:spChg chg="mod">
          <ac:chgData name="Richard Lam" userId="8767ac5fea7c8a93" providerId="LiveId" clId="{15E64987-CBD7-5AE7-B736-2793F33F0B17}" dt="2026-05-22T02:54:17.061" v="15" actId="1076"/>
          <ac:spMkLst>
            <pc:docMk/>
            <pc:sldMk cId="3684467408" sldId="262"/>
            <ac:spMk id="10" creationId="{2DFAC5CF-1B58-ABB4-D63B-1D931D572459}"/>
          </ac:spMkLst>
        </pc:spChg>
        <pc:picChg chg="add del mod">
          <ac:chgData name="Richard Lam" userId="8767ac5fea7c8a93" providerId="LiveId" clId="{15E64987-CBD7-5AE7-B736-2793F33F0B17}" dt="2026-06-06T03:45:24.815" v="54" actId="478"/>
          <ac:picMkLst>
            <pc:docMk/>
            <pc:sldMk cId="3684467408" sldId="262"/>
            <ac:picMk id="3" creationId="{048F215C-ABFD-0AD0-A78D-DF28FACA6904}"/>
          </ac:picMkLst>
        </pc:picChg>
        <pc:picChg chg="add del mod">
          <ac:chgData name="Richard Lam" userId="8767ac5fea7c8a93" providerId="LiveId" clId="{15E64987-CBD7-5AE7-B736-2793F33F0B17}" dt="2026-06-06T03:45:23.085" v="53" actId="478"/>
          <ac:picMkLst>
            <pc:docMk/>
            <pc:sldMk cId="3684467408" sldId="262"/>
            <ac:picMk id="4" creationId="{D33121A8-487C-9990-3337-BFD951A24D87}"/>
          </ac:picMkLst>
        </pc:picChg>
        <pc:picChg chg="add mod">
          <ac:chgData name="Richard Lam" userId="8767ac5fea7c8a93" providerId="LiveId" clId="{15E64987-CBD7-5AE7-B736-2793F33F0B17}" dt="2026-06-06T03:49:20.879" v="62" actId="14100"/>
          <ac:picMkLst>
            <pc:docMk/>
            <pc:sldMk cId="3684467408" sldId="262"/>
            <ac:picMk id="5" creationId="{21F9FBDE-45E2-6F1D-70E9-DC3AF788512C}"/>
          </ac:picMkLst>
        </pc:picChg>
        <pc:picChg chg="add mod">
          <ac:chgData name="Richard Lam" userId="8767ac5fea7c8a93" providerId="LiveId" clId="{15E64987-CBD7-5AE7-B736-2793F33F0B17}" dt="2026-06-06T03:49:10.661" v="59" actId="14100"/>
          <ac:picMkLst>
            <pc:docMk/>
            <pc:sldMk cId="3684467408" sldId="262"/>
            <ac:picMk id="11" creationId="{243D0144-C37C-9D57-6241-4A49DE4D83C1}"/>
          </ac:picMkLst>
        </pc:picChg>
      </pc:sldChg>
      <pc:sldChg chg="modSp mod">
        <pc:chgData name="Richard Lam" userId="8767ac5fea7c8a93" providerId="LiveId" clId="{15E64987-CBD7-5AE7-B736-2793F33F0B17}" dt="2026-06-06T03:50:39.345" v="122" actId="20577"/>
        <pc:sldMkLst>
          <pc:docMk/>
          <pc:sldMk cId="3701288749" sldId="263"/>
        </pc:sldMkLst>
        <pc:spChg chg="mod">
          <ac:chgData name="Richard Lam" userId="8767ac5fea7c8a93" providerId="LiveId" clId="{15E64987-CBD7-5AE7-B736-2793F33F0B17}" dt="2026-06-06T03:50:39.345" v="122" actId="20577"/>
          <ac:spMkLst>
            <pc:docMk/>
            <pc:sldMk cId="3701288749" sldId="263"/>
            <ac:spMk id="3" creationId="{0E85DDBB-31B7-4F81-1E76-90009348F1DE}"/>
          </ac:spMkLst>
        </pc:spChg>
      </pc:sldChg>
      <pc:sldChg chg="addSp delSp modSp mod">
        <pc:chgData name="Richard Lam" userId="8767ac5fea7c8a93" providerId="LiveId" clId="{15E64987-CBD7-5AE7-B736-2793F33F0B17}" dt="2026-06-06T03:53:19.361" v="132" actId="14100"/>
        <pc:sldMkLst>
          <pc:docMk/>
          <pc:sldMk cId="1502887446" sldId="264"/>
        </pc:sldMkLst>
        <pc:picChg chg="add mod">
          <ac:chgData name="Richard Lam" userId="8767ac5fea7c8a93" providerId="LiveId" clId="{15E64987-CBD7-5AE7-B736-2793F33F0B17}" dt="2026-06-06T03:53:08.612" v="129" actId="14100"/>
          <ac:picMkLst>
            <pc:docMk/>
            <pc:sldMk cId="1502887446" sldId="264"/>
            <ac:picMk id="6" creationId="{5FAA085C-FF50-46DD-FF06-B0491AABF2D5}"/>
          </ac:picMkLst>
        </pc:picChg>
        <pc:picChg chg="add del mod">
          <ac:chgData name="Richard Lam" userId="8767ac5fea7c8a93" providerId="LiveId" clId="{15E64987-CBD7-5AE7-B736-2793F33F0B17}" dt="2026-06-06T03:51:30.317" v="124" actId="478"/>
          <ac:picMkLst>
            <pc:docMk/>
            <pc:sldMk cId="1502887446" sldId="264"/>
            <ac:picMk id="8" creationId="{44B96806-8F7C-09AE-C28B-BD2B54249279}"/>
          </ac:picMkLst>
        </pc:picChg>
        <pc:picChg chg="add mod">
          <ac:chgData name="Richard Lam" userId="8767ac5fea7c8a93" providerId="LiveId" clId="{15E64987-CBD7-5AE7-B736-2793F33F0B17}" dt="2026-06-06T03:53:19.361" v="132" actId="14100"/>
          <ac:picMkLst>
            <pc:docMk/>
            <pc:sldMk cId="1502887446" sldId="264"/>
            <ac:picMk id="9" creationId="{433CEB4C-E744-F5AC-159F-8A5EAEA54B5E}"/>
          </ac:picMkLst>
        </pc:picChg>
        <pc:picChg chg="add del mod">
          <ac:chgData name="Richard Lam" userId="8767ac5fea7c8a93" providerId="LiveId" clId="{15E64987-CBD7-5AE7-B736-2793F33F0B17}" dt="2026-06-06T03:51:28.777" v="123" actId="478"/>
          <ac:picMkLst>
            <pc:docMk/>
            <pc:sldMk cId="1502887446" sldId="264"/>
            <ac:picMk id="10" creationId="{F827E4A0-2869-58D9-DB09-CE3A6E9F7D9D}"/>
          </ac:picMkLst>
        </pc:picChg>
      </pc:sldChg>
      <pc:sldChg chg="modSp mod">
        <pc:chgData name="Richard Lam" userId="8767ac5fea7c8a93" providerId="LiveId" clId="{15E64987-CBD7-5AE7-B736-2793F33F0B17}" dt="2026-06-06T03:54:24.588" v="133" actId="20577"/>
        <pc:sldMkLst>
          <pc:docMk/>
          <pc:sldMk cId="3188125957" sldId="265"/>
        </pc:sldMkLst>
        <pc:spChg chg="mod">
          <ac:chgData name="Richard Lam" userId="8767ac5fea7c8a93" providerId="LiveId" clId="{15E64987-CBD7-5AE7-B736-2793F33F0B17}" dt="2026-06-06T03:54:24.588" v="133" actId="20577"/>
          <ac:spMkLst>
            <pc:docMk/>
            <pc:sldMk cId="3188125957" sldId="265"/>
            <ac:spMk id="3" creationId="{F73EC42F-75A2-FA08-F2B6-EB2817BBF83F}"/>
          </ac:spMkLst>
        </pc:spChg>
      </pc:sldChg>
      <pc:sldChg chg="modSp">
        <pc:chgData name="Richard Lam" userId="8767ac5fea7c8a93" providerId="LiveId" clId="{15E64987-CBD7-5AE7-B736-2793F33F0B17}" dt="2026-06-06T03:55:02.383" v="134"/>
        <pc:sldMkLst>
          <pc:docMk/>
          <pc:sldMk cId="175219845" sldId="266"/>
        </pc:sldMkLst>
        <pc:spChg chg="mod">
          <ac:chgData name="Richard Lam" userId="8767ac5fea7c8a93" providerId="LiveId" clId="{15E64987-CBD7-5AE7-B736-2793F33F0B17}" dt="2026-06-06T03:55:02.383" v="134"/>
          <ac:spMkLst>
            <pc:docMk/>
            <pc:sldMk cId="175219845" sldId="266"/>
            <ac:spMk id="3" creationId="{25C64183-B387-01E7-21BA-4DA6B1F51815}"/>
          </ac:spMkLst>
        </pc:spChg>
      </pc:sldChg>
      <pc:sldChg chg="addSp delSp modSp add del mod setBg addAnim delAnim">
        <pc:chgData name="Richard Lam" userId="8767ac5fea7c8a93" providerId="LiveId" clId="{15E64987-CBD7-5AE7-B736-2793F33F0B17}" dt="2026-06-06T04:01:12.475" v="149" actId="14100"/>
        <pc:sldMkLst>
          <pc:docMk/>
          <pc:sldMk cId="2429736721" sldId="267"/>
        </pc:sldMkLst>
        <pc:spChg chg="mod ord">
          <ac:chgData name="Richard Lam" userId="8767ac5fea7c8a93" providerId="LiveId" clId="{15E64987-CBD7-5AE7-B736-2793F33F0B17}" dt="2026-06-06T04:01:10.909" v="148" actId="26606"/>
          <ac:spMkLst>
            <pc:docMk/>
            <pc:sldMk cId="2429736721" sldId="267"/>
            <ac:spMk id="2" creationId="{FD393914-A678-A34E-C52A-16D0ADAA25AF}"/>
          </ac:spMkLst>
        </pc:spChg>
        <pc:spChg chg="add del">
          <ac:chgData name="Richard Lam" userId="8767ac5fea7c8a93" providerId="LiveId" clId="{15E64987-CBD7-5AE7-B736-2793F33F0B17}" dt="2026-06-06T04:01:06.092" v="145" actId="26606"/>
          <ac:spMkLst>
            <pc:docMk/>
            <pc:sldMk cId="2429736721" sldId="267"/>
            <ac:spMk id="17" creationId="{28FA177F-145C-478A-A7ED-8D021CE76B3B}"/>
          </ac:spMkLst>
        </pc:spChg>
        <pc:spChg chg="add del">
          <ac:chgData name="Richard Lam" userId="8767ac5fea7c8a93" providerId="LiveId" clId="{15E64987-CBD7-5AE7-B736-2793F33F0B17}" dt="2026-06-06T04:01:10.909" v="148" actId="26606"/>
          <ac:spMkLst>
            <pc:docMk/>
            <pc:sldMk cId="2429736721" sldId="267"/>
            <ac:spMk id="23" creationId="{AAA2202F-2A68-464D-8E53-CEBE9303D848}"/>
          </ac:spMkLst>
        </pc:spChg>
        <pc:spChg chg="add del">
          <ac:chgData name="Richard Lam" userId="8767ac5fea7c8a93" providerId="LiveId" clId="{15E64987-CBD7-5AE7-B736-2793F33F0B17}" dt="2026-06-06T04:01:06.092" v="145" actId="26606"/>
          <ac:spMkLst>
            <pc:docMk/>
            <pc:sldMk cId="2429736721" sldId="267"/>
            <ac:spMk id="25" creationId="{22EEABFB-D1AB-4BFF-84FC-449548E93E09}"/>
          </ac:spMkLst>
        </pc:spChg>
        <pc:spChg chg="add del">
          <ac:chgData name="Richard Lam" userId="8767ac5fea7c8a93" providerId="LiveId" clId="{15E64987-CBD7-5AE7-B736-2793F33F0B17}" dt="2026-06-06T04:01:10.909" v="148" actId="26606"/>
          <ac:spMkLst>
            <pc:docMk/>
            <pc:sldMk cId="2429736721" sldId="267"/>
            <ac:spMk id="33" creationId="{9B347087-DEE1-4F23-8486-A2690AA195E5}"/>
          </ac:spMkLst>
        </pc:spChg>
        <pc:spChg chg="add del">
          <ac:chgData name="Richard Lam" userId="8767ac5fea7c8a93" providerId="LiveId" clId="{15E64987-CBD7-5AE7-B736-2793F33F0B17}" dt="2026-06-06T04:01:10.909" v="148" actId="26606"/>
          <ac:spMkLst>
            <pc:docMk/>
            <pc:sldMk cId="2429736721" sldId="267"/>
            <ac:spMk id="34" creationId="{44BB81AE-EE4A-4AA4-8941-104B6C943598}"/>
          </ac:spMkLst>
        </pc:spChg>
        <pc:grpChg chg="add del">
          <ac:chgData name="Richard Lam" userId="8767ac5fea7c8a93" providerId="LiveId" clId="{15E64987-CBD7-5AE7-B736-2793F33F0B17}" dt="2026-06-06T04:01:06.092" v="145" actId="26606"/>
          <ac:grpSpMkLst>
            <pc:docMk/>
            <pc:sldMk cId="2429736721" sldId="267"/>
            <ac:grpSpMk id="9" creationId="{749C117F-F390-437B-ADB0-57E87EFF34F5}"/>
          </ac:grpSpMkLst>
        </pc:grpChg>
        <pc:grpChg chg="add del">
          <ac:chgData name="Richard Lam" userId="8767ac5fea7c8a93" providerId="LiveId" clId="{15E64987-CBD7-5AE7-B736-2793F33F0B17}" dt="2026-06-06T04:01:06.092" v="145" actId="26606"/>
          <ac:grpSpMkLst>
            <pc:docMk/>
            <pc:sldMk cId="2429736721" sldId="267"/>
            <ac:grpSpMk id="19" creationId="{1A96A522-1258-462E-AFC5-F5E3F14110E3}"/>
          </ac:grpSpMkLst>
        </pc:grpChg>
        <pc:grpChg chg="add del">
          <ac:chgData name="Richard Lam" userId="8767ac5fea7c8a93" providerId="LiveId" clId="{15E64987-CBD7-5AE7-B736-2793F33F0B17}" dt="2026-06-06T04:01:10.909" v="148" actId="26606"/>
          <ac:grpSpMkLst>
            <pc:docMk/>
            <pc:sldMk cId="2429736721" sldId="267"/>
            <ac:grpSpMk id="30" creationId="{03E8C8A2-D2DA-42F8-84AA-AC5AB4251D29}"/>
          </ac:grpSpMkLst>
        </pc:grpChg>
        <pc:grpChg chg="add del">
          <ac:chgData name="Richard Lam" userId="8767ac5fea7c8a93" providerId="LiveId" clId="{15E64987-CBD7-5AE7-B736-2793F33F0B17}" dt="2026-06-06T04:01:10.909" v="148" actId="26606"/>
          <ac:grpSpMkLst>
            <pc:docMk/>
            <pc:sldMk cId="2429736721" sldId="267"/>
            <ac:grpSpMk id="36" creationId="{5B129734-DF6D-46B8-A0E0-4F178B3AD2FC}"/>
          </ac:grpSpMkLst>
        </pc:grpChg>
        <pc:picChg chg="add mod">
          <ac:chgData name="Richard Lam" userId="8767ac5fea7c8a93" providerId="LiveId" clId="{15E64987-CBD7-5AE7-B736-2793F33F0B17}" dt="2026-06-06T04:01:12.475" v="149" actId="14100"/>
          <ac:picMkLst>
            <pc:docMk/>
            <pc:sldMk cId="2429736721" sldId="267"/>
            <ac:picMk id="4" creationId="{97762F71-06CA-5677-452A-13DD50E6297D}"/>
          </ac:picMkLst>
        </pc:picChg>
        <pc:picChg chg="add del mod">
          <ac:chgData name="Richard Lam" userId="8767ac5fea7c8a93" providerId="LiveId" clId="{15E64987-CBD7-5AE7-B736-2793F33F0B17}" dt="2026-06-06T03:55:12.839" v="135" actId="478"/>
          <ac:picMkLst>
            <pc:docMk/>
            <pc:sldMk cId="2429736721" sldId="267"/>
            <ac:picMk id="6" creationId="{20DF6FB9-E3DF-D457-8CCE-E76D5FB4C039}"/>
          </ac:picMkLst>
        </pc:picChg>
        <pc:cxnChg chg="add del">
          <ac:chgData name="Richard Lam" userId="8767ac5fea7c8a93" providerId="LiveId" clId="{15E64987-CBD7-5AE7-B736-2793F33F0B17}" dt="2026-06-06T04:01:06.092" v="145" actId="26606"/>
          <ac:cxnSpMkLst>
            <pc:docMk/>
            <pc:sldMk cId="2429736721" sldId="267"/>
            <ac:cxnSpMk id="15" creationId="{20742BC3-654B-4E41-9A6A-73A42E477639}"/>
          </ac:cxnSpMkLst>
        </pc:cxnChg>
        <pc:cxnChg chg="add del">
          <ac:chgData name="Richard Lam" userId="8767ac5fea7c8a93" providerId="LiveId" clId="{15E64987-CBD7-5AE7-B736-2793F33F0B17}" dt="2026-06-06T04:01:06.092" v="145" actId="26606"/>
          <ac:cxnSpMkLst>
            <pc:docMk/>
            <pc:sldMk cId="2429736721" sldId="267"/>
            <ac:cxnSpMk id="27" creationId="{4231BC86-8965-4F95-9FD9-76313A7D601B}"/>
          </ac:cxnSpMkLst>
        </pc:cxnChg>
        <pc:cxnChg chg="add del">
          <ac:chgData name="Richard Lam" userId="8767ac5fea7c8a93" providerId="LiveId" clId="{15E64987-CBD7-5AE7-B736-2793F33F0B17}" dt="2026-06-06T04:01:10.909" v="148" actId="26606"/>
          <ac:cxnSpMkLst>
            <pc:docMk/>
            <pc:sldMk cId="2429736721" sldId="267"/>
            <ac:cxnSpMk id="32" creationId="{0DFD28A6-39F3-425F-8050-E5BF1B4523B2}"/>
          </ac:cxnSpMkLst>
        </pc:cxnChg>
        <pc:cxnChg chg="add del">
          <ac:chgData name="Richard Lam" userId="8767ac5fea7c8a93" providerId="LiveId" clId="{15E64987-CBD7-5AE7-B736-2793F33F0B17}" dt="2026-06-06T04:01:10.909" v="148" actId="26606"/>
          <ac:cxnSpMkLst>
            <pc:docMk/>
            <pc:sldMk cId="2429736721" sldId="267"/>
            <ac:cxnSpMk id="35" creationId="{4AA791FC-1AEF-4561-93B5-6B9E981BBB74}"/>
          </ac:cxnSpMkLst>
        </pc:cxnChg>
      </pc:sldChg>
      <pc:sldChg chg="addSp delSp modSp mod">
        <pc:chgData name="Richard Lam" userId="8767ac5fea7c8a93" providerId="LiveId" clId="{15E64987-CBD7-5AE7-B736-2793F33F0B17}" dt="2026-06-06T04:01:56.092" v="156" actId="14100"/>
        <pc:sldMkLst>
          <pc:docMk/>
          <pc:sldMk cId="2048496678" sldId="268"/>
        </pc:sldMkLst>
        <pc:picChg chg="add del mod">
          <ac:chgData name="Richard Lam" userId="8767ac5fea7c8a93" providerId="LiveId" clId="{15E64987-CBD7-5AE7-B736-2793F33F0B17}" dt="2026-06-06T03:55:15.159" v="136" actId="478"/>
          <ac:picMkLst>
            <pc:docMk/>
            <pc:sldMk cId="2048496678" sldId="268"/>
            <ac:picMk id="4" creationId="{940B6DE5-8990-322A-6A0C-FDAE00025B5B}"/>
          </ac:picMkLst>
        </pc:picChg>
        <pc:picChg chg="add mod">
          <ac:chgData name="Richard Lam" userId="8767ac5fea7c8a93" providerId="LiveId" clId="{15E64987-CBD7-5AE7-B736-2793F33F0B17}" dt="2026-06-06T04:01:56.092" v="156" actId="14100"/>
          <ac:picMkLst>
            <pc:docMk/>
            <pc:sldMk cId="2048496678" sldId="268"/>
            <ac:picMk id="5" creationId="{DF887A91-CBDD-EB0F-D43C-39C62A354A1A}"/>
          </ac:picMkLst>
        </pc:picChg>
      </pc:sldChg>
      <pc:sldChg chg="addSp delSp modSp mod">
        <pc:chgData name="Richard Lam" userId="8767ac5fea7c8a93" providerId="LiveId" clId="{15E64987-CBD7-5AE7-B736-2793F33F0B17}" dt="2026-06-06T04:02:25.843" v="161" actId="14100"/>
        <pc:sldMkLst>
          <pc:docMk/>
          <pc:sldMk cId="2405636225" sldId="269"/>
        </pc:sldMkLst>
        <pc:picChg chg="add del mod">
          <ac:chgData name="Richard Lam" userId="8767ac5fea7c8a93" providerId="LiveId" clId="{15E64987-CBD7-5AE7-B736-2793F33F0B17}" dt="2026-06-06T03:55:18.233" v="137" actId="478"/>
          <ac:picMkLst>
            <pc:docMk/>
            <pc:sldMk cId="2405636225" sldId="269"/>
            <ac:picMk id="4" creationId="{C06C5D6B-DEE0-0DFF-4390-C59DF560009E}"/>
          </ac:picMkLst>
        </pc:picChg>
        <pc:picChg chg="add mod">
          <ac:chgData name="Richard Lam" userId="8767ac5fea7c8a93" providerId="LiveId" clId="{15E64987-CBD7-5AE7-B736-2793F33F0B17}" dt="2026-06-06T04:02:25.843" v="161" actId="14100"/>
          <ac:picMkLst>
            <pc:docMk/>
            <pc:sldMk cId="2405636225" sldId="269"/>
            <ac:picMk id="5" creationId="{47864A80-BF32-7E2D-BB95-8FF4D1643B4B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1806919"/>
          </a:xfrm>
          <a:prstGeom prst="rect">
            <a:avLst/>
          </a:prstGeom>
        </p:spPr>
        <p:txBody>
          <a:bodyPr vert="horz" lIns="177476" tIns="88738" rIns="177476" bIns="88738" rtlCol="0"/>
          <a:lstStyle>
            <a:lvl1pPr algn="l">
              <a:defRPr sz="2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1806919"/>
          </a:xfrm>
          <a:prstGeom prst="rect">
            <a:avLst/>
          </a:prstGeom>
        </p:spPr>
        <p:txBody>
          <a:bodyPr vert="horz" lIns="177476" tIns="88738" rIns="177476" bIns="88738" rtlCol="0"/>
          <a:lstStyle>
            <a:lvl1pPr algn="r">
              <a:defRPr sz="2300"/>
            </a:lvl1pPr>
          </a:lstStyle>
          <a:p>
            <a:fld id="{9E497948-54D2-43F8-9A63-A99FE3051738}" type="datetimeFigureOut">
              <a:rPr lang="en-US" smtClean="0"/>
              <a:t>6/5/26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002338" y="4502150"/>
            <a:ext cx="21605876" cy="1215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77476" tIns="88738" rIns="177476" bIns="88738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0" y="17331397"/>
            <a:ext cx="7680960" cy="14180234"/>
          </a:xfrm>
          <a:prstGeom prst="rect">
            <a:avLst/>
          </a:prstGeom>
        </p:spPr>
        <p:txBody>
          <a:bodyPr vert="horz" lIns="177476" tIns="88738" rIns="177476" bIns="887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4206379"/>
            <a:ext cx="4160520" cy="1806915"/>
          </a:xfrm>
          <a:prstGeom prst="rect">
            <a:avLst/>
          </a:prstGeom>
        </p:spPr>
        <p:txBody>
          <a:bodyPr vert="horz" lIns="177476" tIns="88738" rIns="177476" bIns="88738" rtlCol="0" anchor="b"/>
          <a:lstStyle>
            <a:lvl1pPr algn="l">
              <a:defRPr sz="2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8" y="34206379"/>
            <a:ext cx="4160520" cy="1806915"/>
          </a:xfrm>
          <a:prstGeom prst="rect">
            <a:avLst/>
          </a:prstGeom>
        </p:spPr>
        <p:txBody>
          <a:bodyPr vert="horz" lIns="177476" tIns="88738" rIns="177476" bIns="88738" rtlCol="0" anchor="b"/>
          <a:lstStyle>
            <a:lvl1pPr algn="r">
              <a:defRPr sz="23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1308DBB1-118B-EF68-A252-7655AC48B836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0207783-9544-6926-8401-41F5D42CB8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0" name="Graphic 9" hidden="1">
              <a:extLst>
                <a:ext uri="{FF2B5EF4-FFF2-40B4-BE49-F238E27FC236}">
                  <a16:creationId xmlns:a16="http://schemas.microsoft.com/office/drawing/2014/main" id="{988AEB5A-8144-DD9A-E1A4-7997F245BF4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611FE700-C2A3-8398-3F18-5EF923CC93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7D2C16E3-5584-7EDE-F652-5E9666F1C1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3BE0DBE3-670F-3EC6-4045-018CF7187B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433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019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8932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6/5/26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333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0671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21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943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3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165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712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9751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23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669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397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932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5745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41078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8.svg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33C71E95-E795-9CA6-8D02-90B8FA0EE9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>
            <a:alphaModFix amt="5000"/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8062997-E2FA-0FA0-439E-B3860D018028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64DFFF-E58E-A827-7EB3-DB822423DA2F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37BAA4-0E1D-C497-4A16-6A9B5B1DC38D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65173E-1A80-F696-20AD-A36B1591E493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2E51BA-1695-ED0E-87DA-2C32A245C2CB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4FE37A-7239-3830-4C21-928CB110BC0E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27444A-0F43-30EF-8054-C3A82466AD8D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4BCE7E-C41A-101C-B1C7-C179CAF18C77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CB7998-6099-B61D-68AB-D2435DF7F179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C2940D8-0929-5F42-0F0D-824C530E5DB0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7AC565-C7AA-29B0-B549-2B60FDC06574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B2E498-7269-9C11-78A0-79F4B506E59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11F031-DCD2-3451-7B96-F77DD9D3F87D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D6E2B3-351A-C787-611B-E3200DFBA1C0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396E5E-C857-71D1-F20D-135FA3A9CE9A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D4E7B9-19FD-E323-C92C-2578A489AEB5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844CFC-6CDD-CB82-B288-B59E66BAA45E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FC33EA-DCDA-D2C4-676E-63AF518C103F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CE115C-1332-0D5F-843D-D7808D506BA8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877828-BC95-8705-7E91-008BC30C0395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2E3D5A5-B854-E693-EE77-1593C660339E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8A3B77-51FA-258A-F344-DC048912172F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E30938-6CDB-6BFE-F081-3BC01DE47DFF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D8FB6F-4038-A48E-3944-75CFF86BC6E9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3C697C-BD58-C762-D7B2-B1C7BD994265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B6B609-3034-A032-9492-0D21A0133858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112E083-225A-FCF2-1B31-4646DB63D10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BC13D9F-EEAD-430D-06B8-45C782CED91B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60C46F-6C02-DF71-D6DE-3AFBD7E8A669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20CE2-CF57-DC5A-A34D-488CCF5FBC23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0E4F618-46E5-5587-6D5B-2253EE0DE673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52FE74-0B33-A1FE-CC7A-6F6931148C3B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93FECF2-8510-A783-FEB6-1828E022ABC2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430874-9126-5113-96BC-D32B42662594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130DE79-A023-C456-CF32-2DC50D6B097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01B88B18-377B-36CF-F993-E863B3185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49" name="Graphic 48" hidden="1">
              <a:extLst>
                <a:ext uri="{FF2B5EF4-FFF2-40B4-BE49-F238E27FC236}">
                  <a16:creationId xmlns:a16="http://schemas.microsoft.com/office/drawing/2014/main" id="{CFF47351-CB22-7CAD-473A-98C4C639A50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50" name="Graphic 49" hidden="1">
              <a:extLst>
                <a:ext uri="{FF2B5EF4-FFF2-40B4-BE49-F238E27FC236}">
                  <a16:creationId xmlns:a16="http://schemas.microsoft.com/office/drawing/2014/main" id="{A65E3C19-C42B-7959-2FF7-C6FA021062F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51" name="Graphic 50" hidden="1">
              <a:extLst>
                <a:ext uri="{FF2B5EF4-FFF2-40B4-BE49-F238E27FC236}">
                  <a16:creationId xmlns:a16="http://schemas.microsoft.com/office/drawing/2014/main" id="{498D3811-5C5B-F05A-8B20-E775277211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52" name="Graphic 51">
            <a:extLst>
              <a:ext uri="{FF2B5EF4-FFF2-40B4-BE49-F238E27FC236}">
                <a16:creationId xmlns:a16="http://schemas.microsoft.com/office/drawing/2014/main" id="{AB9A97E5-F8F7-97D5-EA55-B454D3B152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53" name="Rectangle 52" hidden="1">
            <a:extLst>
              <a:ext uri="{FF2B5EF4-FFF2-40B4-BE49-F238E27FC236}">
                <a16:creationId xmlns:a16="http://schemas.microsoft.com/office/drawing/2014/main" id="{9ED457AB-ADA9-4005-1771-D8E96F1CB2CC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41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66" r:id="rId1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12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100.png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11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0"/>
            <a:ext cx="7184719" cy="3556001"/>
          </a:xfrm>
          <a:noFill/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The Analysis of Current and Future Trends in Technical Skills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10027" y="3731247"/>
            <a:ext cx="9135454" cy="1655762"/>
          </a:xfrm>
          <a:noFill/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Richard Lam </a:t>
            </a:r>
          </a:p>
          <a:p>
            <a:r>
              <a:rPr lang="en-US" dirty="0">
                <a:solidFill>
                  <a:srgbClr val="00B0F0"/>
                </a:solidFill>
              </a:rPr>
              <a:t>5/24/2025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718" y="0"/>
            <a:ext cx="5007282" cy="367188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 dirty="0">
                <a:solidFill>
                  <a:srgbClr val="00B0F0"/>
                </a:solidFill>
              </a:rPr>
              <a:t>OUTLINE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199" y="2423365"/>
            <a:ext cx="5263951" cy="382571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Executive Summary</a:t>
            </a:r>
          </a:p>
          <a:p>
            <a:r>
              <a:rPr lang="en-US" sz="2200" dirty="0">
                <a:solidFill>
                  <a:srgbClr val="00B0F0"/>
                </a:solidFill>
              </a:rPr>
              <a:t>Introduction</a:t>
            </a:r>
          </a:p>
          <a:p>
            <a:r>
              <a:rPr lang="en-US" sz="2200" dirty="0">
                <a:solidFill>
                  <a:srgbClr val="00B0F0"/>
                </a:solidFill>
              </a:rPr>
              <a:t>Methodology</a:t>
            </a:r>
          </a:p>
          <a:p>
            <a:r>
              <a:rPr lang="en-US" sz="2200" dirty="0">
                <a:solidFill>
                  <a:srgbClr val="00B0F0"/>
                </a:solidFill>
              </a:rPr>
              <a:t>Results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Visualization – Charts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Dashboard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Discussion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Findings &amp; Implications</a:t>
            </a:r>
          </a:p>
          <a:p>
            <a:r>
              <a:rPr lang="en-US" sz="2200" dirty="0">
                <a:solidFill>
                  <a:srgbClr val="00B0F0"/>
                </a:solidFill>
              </a:rPr>
              <a:t>Conclusion</a:t>
            </a:r>
          </a:p>
          <a:p>
            <a:r>
              <a:rPr lang="en-US" sz="2200" dirty="0">
                <a:solidFill>
                  <a:srgbClr val="00B0F0"/>
                </a:solidFill>
              </a:rPr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285075" y="2419265"/>
            <a:ext cx="7171578" cy="381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Current and future demographic studies in computer programming </a:t>
            </a:r>
            <a:r>
              <a:rPr lang="en-US" sz="2200" dirty="0" err="1">
                <a:solidFill>
                  <a:srgbClr val="00B0F0"/>
                </a:solidFill>
              </a:rPr>
              <a:t>languages,platforms</a:t>
            </a:r>
            <a:r>
              <a:rPr lang="en-US" sz="2200" dirty="0">
                <a:solidFill>
                  <a:srgbClr val="00B0F0"/>
                </a:solidFill>
              </a:rPr>
              <a:t>, </a:t>
            </a:r>
            <a:r>
              <a:rPr lang="en-US" sz="2200" dirty="0" err="1">
                <a:solidFill>
                  <a:srgbClr val="00B0F0"/>
                </a:solidFill>
              </a:rPr>
              <a:t>webframes</a:t>
            </a:r>
            <a:r>
              <a:rPr lang="en-US" sz="2200" dirty="0">
                <a:solidFill>
                  <a:srgbClr val="00B0F0"/>
                </a:solidFill>
              </a:rPr>
              <a:t> and databases</a:t>
            </a:r>
          </a:p>
          <a:p>
            <a:r>
              <a:rPr lang="en-US" sz="2200" dirty="0">
                <a:solidFill>
                  <a:srgbClr val="00B0F0"/>
                </a:solidFill>
              </a:rPr>
              <a:t>Level of education, age, country and gender gap in technological companies</a:t>
            </a:r>
          </a:p>
          <a:p>
            <a:r>
              <a:rPr lang="en-US" sz="2200" dirty="0">
                <a:solidFill>
                  <a:srgbClr val="00B0F0"/>
                </a:solidFill>
              </a:rPr>
              <a:t>Population in the survey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Data Wrangling, Analysis and Visualization based on the technical skills and careers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94" y="2302762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47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This data report is about top trends of computer programming languages, databases, platforms and web frames.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The purpose of this data presentation is to analyze the technical skills in demography.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The main point is that many respondents have or want the technical skills and careers in the demographic data.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Audiences and viewers include college professors and students from computer science department and information technology employees and supervisors.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76874" y="2513575"/>
            <a:ext cx="7068725" cy="375359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Data Collection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Web scraping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APIs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Request library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Data Wrangling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Removing duplicate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Removing or replacing the missing values  </a:t>
            </a:r>
            <a:endParaRPr lang="en-US" sz="600" dirty="0">
              <a:solidFill>
                <a:srgbClr val="00B0F0"/>
              </a:solidFill>
            </a:endParaRPr>
          </a:p>
          <a:p>
            <a:r>
              <a:rPr lang="en-US" sz="2200" dirty="0">
                <a:solidFill>
                  <a:srgbClr val="00B0F0"/>
                </a:solidFill>
              </a:rPr>
              <a:t>Exploratory Data Analysis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Handling outliners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Correlation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Data Visualization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Comparison and Composition of demographic data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Data relationships 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1043114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FD5740-0355-8A91-2E62-D003B2486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85" y="2421071"/>
            <a:ext cx="10661166" cy="381571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PROGRAMMING LANGUAGE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B8C8AD-F58A-1F17-9CA2-E737E1949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9FB3B79-D3E9-99FC-ECF2-28CCBF647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Next Year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DFAC5CF-1B58-ABB4-D63B-1D931D572459}"/>
              </a:ext>
            </a:extLst>
          </p:cNvPr>
          <p:cNvSpPr txBox="1">
            <a:spLocks/>
          </p:cNvSpPr>
          <p:nvPr/>
        </p:nvSpPr>
        <p:spPr>
          <a:xfrm>
            <a:off x="838199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F9FBDE-45E2-6F1D-70E9-DC3AF7885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18" y="2459568"/>
            <a:ext cx="5030682" cy="37173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3D0144-C37C-9D57-6241-4A49DE4D83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9801" y="2459568"/>
            <a:ext cx="5183999" cy="371739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rgbClr val="00B0F0"/>
                </a:solidFill>
              </a:rPr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rgbClr val="00B0F0"/>
                </a:solidFill>
              </a:rPr>
              <a:t>The amount of Python and C# is the tremendous amount. </a:t>
            </a:r>
          </a:p>
          <a:p>
            <a:r>
              <a:rPr lang="en-US" dirty="0">
                <a:solidFill>
                  <a:srgbClr val="00B0F0"/>
                </a:solidFill>
              </a:rPr>
              <a:t>There is the interest in Python.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rgbClr val="00B0F0"/>
                </a:solidFill>
              </a:rPr>
              <a:t>Python will establish in the market.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DATABASE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Current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Next 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AA085C-FF50-46DD-FF06-B0491AABF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788" y="2520846"/>
            <a:ext cx="5257396" cy="3416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3CEB4C-E744-F5AC-159F-8A5EAEA54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584" y="2520846"/>
            <a:ext cx="5208629" cy="34163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85" y="365125"/>
            <a:ext cx="12094029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DATABASE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Findings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 err="1">
                <a:solidFill>
                  <a:srgbClr val="00B0F0"/>
                </a:solidFill>
              </a:rPr>
              <a:t>Postgre</a:t>
            </a:r>
            <a:r>
              <a:rPr lang="en-US" dirty="0">
                <a:solidFill>
                  <a:srgbClr val="00B0F0"/>
                </a:solidFill>
              </a:rPr>
              <a:t> SQL is the most popular database in the technology. </a:t>
            </a:r>
          </a:p>
          <a:p>
            <a:r>
              <a:rPr lang="en-US" dirty="0">
                <a:solidFill>
                  <a:srgbClr val="00B0F0"/>
                </a:solidFill>
              </a:rPr>
              <a:t>The amount of programmers and developers who works MySQL will decrease in future.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Implications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SQLite will establish in the market. </a:t>
            </a:r>
          </a:p>
          <a:p>
            <a:endParaRPr lang="en-US" dirty="0">
              <a:solidFill>
                <a:srgbClr val="00B0F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rgbClr val="00B0F0"/>
                </a:solidFill>
              </a:rPr>
              <a:t>https://</a:t>
            </a:r>
            <a:r>
              <a:rPr lang="en-US" sz="2200" dirty="0" err="1">
                <a:solidFill>
                  <a:srgbClr val="00B0F0"/>
                </a:solidFill>
              </a:rPr>
              <a:t>public.tableau.com</a:t>
            </a:r>
            <a:r>
              <a:rPr lang="en-US" sz="2200" dirty="0">
                <a:solidFill>
                  <a:srgbClr val="00B0F0"/>
                </a:solidFill>
              </a:rPr>
              <a:t>/app/profile/richardlam4391/viz/IBMDataAnalystCapstoneProject_17807052494200/Dashboard3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>
                <a:solidFill>
                  <a:srgbClr val="00B0F0"/>
                </a:solidFill>
              </a:rPr>
              <a:t>DASHBOARD TAB 1</a:t>
            </a:r>
            <a:endParaRPr lang="en-US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762F71-06CA-5677-452A-13DD50E62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2" y="2597426"/>
            <a:ext cx="9601196" cy="327844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DASHBOARD TAB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887A91-CBDD-EB0F-D43C-39C62A354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2" y="2557670"/>
            <a:ext cx="9601196" cy="331819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DASHBOARD TAB 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864A80-BF32-7E2D-BB95-8FF4D1643B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2" y="2570922"/>
            <a:ext cx="9601196" cy="33049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130419" y="2688426"/>
            <a:ext cx="3054361" cy="3054361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2427464"/>
            <a:ext cx="5251649" cy="3825719"/>
          </a:xfrm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There are technology trends in current and future times. </a:t>
            </a:r>
          </a:p>
          <a:p>
            <a:r>
              <a:rPr lang="en-US" dirty="0">
                <a:solidFill>
                  <a:srgbClr val="00B0F0"/>
                </a:solidFill>
              </a:rPr>
              <a:t>There are developers and programmers with age and education gap in the technical society.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Findings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There are 42% of developers and programmers with 25 – 34 years old.</a:t>
            </a:r>
          </a:p>
          <a:p>
            <a:r>
              <a:rPr lang="en-US" dirty="0">
                <a:solidFill>
                  <a:srgbClr val="00B0F0"/>
                </a:solidFill>
              </a:rPr>
              <a:t>There are gender, age and education gaps in the technical society. </a:t>
            </a:r>
          </a:p>
          <a:p>
            <a:r>
              <a:rPr lang="en-US" dirty="0">
                <a:solidFill>
                  <a:srgbClr val="00B0F0"/>
                </a:solidFill>
              </a:rPr>
              <a:t>There is the concentration in the country like the United States.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Implications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There are the younger developers without the postgraduate degree. </a:t>
            </a:r>
          </a:p>
          <a:p>
            <a:r>
              <a:rPr lang="en-US" dirty="0">
                <a:solidFill>
                  <a:srgbClr val="00B0F0"/>
                </a:solidFill>
              </a:rPr>
              <a:t>The developers and Programmers should understand the current and future technology trends.</a:t>
            </a:r>
          </a:p>
          <a:p>
            <a:r>
              <a:rPr lang="en-US" dirty="0">
                <a:solidFill>
                  <a:srgbClr val="00B0F0"/>
                </a:solidFill>
              </a:rPr>
              <a:t>The companies should spread technology out to one of the countries. 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CONCLUSION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2406963"/>
            <a:ext cx="6912362" cy="38380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B0F0"/>
                </a:solidFill>
              </a:rPr>
              <a:t>There are recent and new technology trends</a:t>
            </a:r>
          </a:p>
          <a:p>
            <a:r>
              <a:rPr lang="en-US" dirty="0">
                <a:solidFill>
                  <a:srgbClr val="00B0F0"/>
                </a:solidFill>
              </a:rPr>
              <a:t>There are programmers and developers with age and education. </a:t>
            </a:r>
          </a:p>
          <a:p>
            <a:r>
              <a:rPr lang="en-US" dirty="0">
                <a:solidFill>
                  <a:srgbClr val="00B0F0"/>
                </a:solidFill>
              </a:rPr>
              <a:t>The demographic studies depend on salaries. </a:t>
            </a:r>
          </a:p>
          <a:p>
            <a:r>
              <a:rPr lang="en-US" dirty="0">
                <a:solidFill>
                  <a:srgbClr val="00B0F0"/>
                </a:solidFill>
              </a:rPr>
              <a:t>The programmers and developers focus on databases, computer programming languages, web frames and platforms in current and future trends.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APPENDIX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55857" y="1849823"/>
            <a:ext cx="3194581" cy="31945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23A56A7-1A60-7FD3-99DA-90C648791C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398" y="2053733"/>
            <a:ext cx="7080487" cy="407275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4E31-32FC-4A23-CEF9-98F0BB9F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334EF5D-2E2A-7FE5-06C6-01ACAB1F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48" y="383051"/>
            <a:ext cx="5929053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 JOB POSTINGS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ECED6D-DB0D-21DE-49D2-FF9A5D43F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65" y="1378935"/>
            <a:ext cx="10644499" cy="485560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35373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B558-7141-B0CE-D399-712C1073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CF5900-71B3-70B0-7CF1-4A1C535AD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48" y="383051"/>
            <a:ext cx="5929053" cy="1325563"/>
          </a:xfrm>
        </p:spPr>
        <p:txBody>
          <a:bodyPr anchor="ctr"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POPULAR LANGUAGES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767ACD-99F5-B4B6-22AB-507636B1A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25" y="1310477"/>
            <a:ext cx="10669630" cy="490450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45902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4DA07C5-A406-4A0D-B3E6-3856C94AC7F3}">
  <ds:schemaRefs>
    <ds:schemaRef ds:uri="http://purl.org/dc/dcmitype/"/>
    <ds:schemaRef ds:uri="http://purl.org/dc/elements/1.1/"/>
    <ds:schemaRef ds:uri="http://purl.org/dc/terms/"/>
    <ds:schemaRef ds:uri="155be751-a274-42e8-93fb-f39d3b9bccc8"/>
    <ds:schemaRef ds:uri="http://schemas.microsoft.com/office/2006/documentManagement/types"/>
    <ds:schemaRef ds:uri="f80a141d-92ca-4d3d-9308-f7e7b1d44ce8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1167</TotalTime>
  <Words>465</Words>
  <Application>Microsoft Macintosh PowerPoint</Application>
  <PresentationFormat>Widescreen</PresentationFormat>
  <Paragraphs>90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Garamond</vt:lpstr>
      <vt:lpstr>IBM Plex Mono</vt:lpstr>
      <vt:lpstr>IBM Plex Sans</vt:lpstr>
      <vt:lpstr>Organic</vt:lpstr>
      <vt:lpstr>The Analysis of Current and Future Trends in Technical Skills </vt:lpstr>
      <vt:lpstr>PowerPoint Presentation</vt:lpstr>
      <vt:lpstr>EXECUTIVE SUMMARY</vt:lpstr>
      <vt:lpstr>INTRODUCTION</vt:lpstr>
      <vt:lpstr>METHODOLOGY</vt:lpstr>
      <vt:lpstr>RESULTS</vt:lpstr>
      <vt:lpstr>PROGRAMMING LANGUAGE TRENDS</vt:lpstr>
      <vt:lpstr>PROGRAMMING LANGUAGE TRENDS - FINDINGS &amp; IMPLICATIONS</vt:lpstr>
      <vt:lpstr>DATABASE TRENDS</vt:lpstr>
      <vt:lpstr>DATABASE TRENDS - FINDINGS &amp; IMPLICATIONS</vt:lpstr>
      <vt:lpstr>DASHBOARD</vt:lpstr>
      <vt:lpstr>DASHBOARD TAB 1</vt:lpstr>
      <vt:lpstr>DASHBOARD TAB 2</vt:lpstr>
      <vt:lpstr>DASHBOARD TAB 3</vt:lpstr>
      <vt:lpstr>DISCUSSION</vt:lpstr>
      <vt:lpstr>OVERALL FINDINGS &amp; IMPLICATIONS</vt:lpstr>
      <vt:lpstr>CONCLUSION</vt:lpstr>
      <vt:lpstr>APPENDIX</vt:lpstr>
      <vt:lpstr> JOB POSTINGS</vt:lpstr>
      <vt:lpstr>POPULAR LANGUAGES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Richard Lam</cp:lastModifiedBy>
  <cp:revision>5</cp:revision>
  <dcterms:created xsi:type="dcterms:W3CDTF">2024-10-30T05:40:03Z</dcterms:created>
  <dcterms:modified xsi:type="dcterms:W3CDTF">2026-06-06T04:02:34Z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